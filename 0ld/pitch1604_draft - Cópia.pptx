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3"/>
  </p:notesMasterIdLst>
  <p:sldIdLst>
    <p:sldId id="257" r:id="rId2"/>
  </p:sldIdLst>
  <p:sldSz cx="9144000" cy="5715000" type="screen16x10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61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2640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47199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163762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79735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717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776802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47384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34417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80144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49079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22956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85387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2237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188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0788" y="27825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Solução Proposta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859383" y="142125"/>
            <a:ext cx="414382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X/Open DTP com coordenação centralizada</a:t>
            </a:r>
            <a:endParaRPr lang="en-US" sz="14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8E2120B-3558-4C9F-950E-5344425172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093" y="604237"/>
            <a:ext cx="8696193" cy="49900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</TotalTime>
  <Words>11</Words>
  <Application>Microsoft Office PowerPoint</Application>
  <PresentationFormat>Apresentação no Ecrã (16:10)</PresentationFormat>
  <Paragraphs>3</Paragraphs>
  <Slides>1</Slides>
  <Notes>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Georgia</vt:lpstr>
      <vt:lpstr>Office Theme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Coordenação de Acesso Concorrente - X/Open DTP</dc:title>
  <dc:subject>PptxGenJS Presentation</dc:subject>
  <dc:creator>Mike</dc:creator>
  <cp:lastModifiedBy>João Eloy</cp:lastModifiedBy>
  <cp:revision>7</cp:revision>
  <dcterms:created xsi:type="dcterms:W3CDTF">2026-03-31T16:24:18Z</dcterms:created>
  <dcterms:modified xsi:type="dcterms:W3CDTF">2026-04-16T16:38:16Z</dcterms:modified>
</cp:coreProperties>
</file>