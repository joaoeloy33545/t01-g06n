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902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349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940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640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957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6171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028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62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950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034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695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0873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F5151-ADF3-4E77-8D73-0A314DF32691}" type="datetimeFigureOut">
              <a:rPr lang="pt-PT" smtClean="0"/>
              <a:t>16/04/2026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57450-80C2-4074-BD3F-178DAD90830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837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9428628-1ECB-4200-9648-521689865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017"/>
            <a:ext cx="9144000" cy="52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Apresentação no Ecrã (16:10)</PresentationFormat>
  <Paragraphs>0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Eloy</dc:creator>
  <cp:lastModifiedBy>João Eloy</cp:lastModifiedBy>
  <cp:revision>2</cp:revision>
  <dcterms:created xsi:type="dcterms:W3CDTF">2026-04-16T16:06:32Z</dcterms:created>
  <dcterms:modified xsi:type="dcterms:W3CDTF">2026-04-16T16:30:50Z</dcterms:modified>
</cp:coreProperties>
</file>