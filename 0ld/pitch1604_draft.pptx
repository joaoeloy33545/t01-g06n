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715000" type="screen16x10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64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4719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6376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973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71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77680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738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4417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8014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4907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295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8538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2237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88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278" y="11630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Ponto de Partida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833487" y="230605"/>
            <a:ext cx="431051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base: K clientes, TM, TPLM e M serviços vetor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50" y="715927"/>
            <a:ext cx="7812428" cy="4882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788" y="2782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Solução Proposta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859383" y="142125"/>
            <a:ext cx="414382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X/Open DTP com coordenação centralizada</a:t>
            </a:r>
            <a:endParaRPr lang="en-US" sz="14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E2120B-3558-4C9F-950E-534442517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93" y="604237"/>
            <a:ext cx="8696193" cy="49900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6863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e Descrição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18975" y="1068302"/>
            <a:ext cx="3019649" cy="3140862"/>
          </a:xfrm>
          <a:prstGeom prst="rect">
            <a:avLst/>
          </a:prstGeom>
          <a:solidFill>
            <a:srgbClr val="263370"/>
          </a:solidFill>
          <a:ln/>
        </p:spPr>
        <p:txBody>
          <a:bodyPr/>
          <a:lstStyle/>
          <a:p>
            <a:endParaRPr lang="pt-PT" dirty="0"/>
          </a:p>
        </p:txBody>
      </p:sp>
      <p:sp>
        <p:nvSpPr>
          <p:cNvPr id="4" name="Text 2"/>
          <p:cNvSpPr/>
          <p:nvPr/>
        </p:nvSpPr>
        <p:spPr>
          <a:xfrm>
            <a:off x="457200" y="1181011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62515" y="1267133"/>
            <a:ext cx="2732567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uma implementação simplificada de um Transaction Manager (TM) e de um Two-Phase Lock Manager (TPLM), na base do modelo X/Open DTP, que garanta as propriedades ACID no acesso concorrente a elementos serviço distribuídos (vetores de inteiros), preservando o invariante (somatório).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72540" y="1068303"/>
            <a:ext cx="5252486" cy="3778815"/>
          </a:xfrm>
          <a:prstGeom prst="rect">
            <a:avLst/>
          </a:prstGeom>
          <a:solidFill>
            <a:srgbClr val="263370"/>
          </a:solidFill>
          <a:ln/>
        </p:spPr>
      </p:sp>
      <p:sp>
        <p:nvSpPr>
          <p:cNvPr id="7" name="Text 5"/>
          <p:cNvSpPr/>
          <p:nvPr/>
        </p:nvSpPr>
        <p:spPr>
          <a:xfrm>
            <a:off x="3792634" y="1150709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Descrição da Solução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792634" y="1607909"/>
            <a:ext cx="4649617" cy="3239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TX</a:t>
            </a:r>
            <a:endParaRPr lang="en-US" sz="1100" dirty="0"/>
          </a:p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Demarcação transacional (begin/commit) entre o Application Program (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o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
</a:t>
            </a:r>
            <a:endParaRPr lang="en-US" sz="1100" dirty="0"/>
          </a:p>
          <a:p>
            <a:pPr>
              <a:lnSpc>
                <a:spcPct val="115000"/>
              </a:lnSpc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XA</a:t>
            </a:r>
            <a:endParaRPr lang="en-US" sz="1100" dirty="0"/>
          </a:p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dos Resource Managers (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no protocolo Two-Phase Commit (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2PC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
</a:t>
            </a:r>
            <a:endParaRPr lang="en-US" sz="1100" dirty="0"/>
          </a:p>
          <a:p>
            <a:pPr>
              <a:lnSpc>
                <a:spcPct val="115000"/>
              </a:lnSpc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TPLM</a:t>
            </a:r>
            <a:endParaRPr lang="en-US" sz="1100" dirty="0"/>
          </a:p>
          <a:p>
            <a:pPr>
              <a:lnSpc>
                <a:spcPct val="115000"/>
              </a:lnSpc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da concorrência com locks de granularidade fina (vetor + índice). Garante serialização.
</a:t>
            </a:r>
            <a:endParaRPr lang="en-US" sz="1100" dirty="0"/>
          </a:p>
          <a:p>
            <a:pPr>
              <a:lnSpc>
                <a:spcPct val="115000"/>
              </a:lnSpc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100" dirty="0"/>
          </a:p>
          <a:p>
            <a:pPr>
              <a:lnSpc>
                <a:spcPct val="115000"/>
              </a:lnSpc>
            </a:pPr>
            <a:r>
              <a:rPr lang="pt-PT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</a:t>
            </a:r>
            <a:r>
              <a:rPr lang="pt-PT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todos os elementos: </a:t>
            </a:r>
            <a:r>
              <a:rPr lang="pt-PT" sz="11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Service.client</a:t>
            </a:r>
            <a:r>
              <a:rPr lang="pt-PT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↔ </a:t>
            </a:r>
            <a:r>
              <a:rPr lang="pt-PT" sz="11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Service.vector</a:t>
            </a:r>
            <a:r>
              <a:rPr lang="pt-PT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↔ Service.tm ↔ </a:t>
            </a:r>
            <a:r>
              <a:rPr lang="pt-PT" sz="11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Service.tplm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Zookeeper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tolerância a falhas; 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service registry.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94919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IESD 2025/26 — Trabalho 01 — Modelo X/Open DTP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189</Words>
  <Application>Microsoft Office PowerPoint</Application>
  <PresentationFormat>Apresentação no Ecrã (16:10)</PresentationFormat>
  <Paragraphs>20</Paragraphs>
  <Slides>3</Slides>
  <Notes>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Georgia</vt:lpstr>
      <vt:lpstr>Office Theme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Coordenação de Acesso Concorrente - X/Open DTP</dc:title>
  <dc:subject>PptxGenJS Presentation</dc:subject>
  <dc:creator>Mike</dc:creator>
  <cp:lastModifiedBy>João Eloy</cp:lastModifiedBy>
  <cp:revision>6</cp:revision>
  <dcterms:created xsi:type="dcterms:W3CDTF">2026-03-31T16:24:18Z</dcterms:created>
  <dcterms:modified xsi:type="dcterms:W3CDTF">2026-04-16T16:34:52Z</dcterms:modified>
</cp:coreProperties>
</file>